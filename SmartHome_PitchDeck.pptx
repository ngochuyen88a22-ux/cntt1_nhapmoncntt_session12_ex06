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(tỷ đồng)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1430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3.5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93-4401-B61F-F8627D33AC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A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7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nhà đầu tư. Trong 20 phút, chúng tôi trình bày vì sao Smart-Home là cách mua bán nhà đất minh bạch hơn. Dự kiến 2 phút mở đầu, 14 phút nội dung, 4 phút hỏi đáp.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người mua và người bán đang chịu chung một vấn đề niềm tin. Nêu một câu chuyện thực tế của nhóm (khoảng 2 phút).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một nền tảng giải quyết cả giá và trải nghiệm sống. Demo nhanh màn hình ứng dụng (khoảng 2 phút).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doanh thu gắn với kết quả. Tỷ lệ cụ thể là giả định, sẽ chốt sau khảo sát đối tác.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tăng trưởng rõ ràng. Số liệu là giả định minh họa của nhóm, cần thay bằng mô hình tài chính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lộ trình thực thi thực tế. Mốc và số lượng là kế hoạch, điều chỉnh theo vốn huy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nhóm có đủ kỹ năng. Thay tên và vai trò bằng thành viên thật của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Kêu gọi hành động: mời nhà đầu tư cùng đồng hành. Chuẩn bị trả lời về định giá, lộ trình và rủi 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759200" y="2021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Smart-Home</a:t>
            </a:r>
            <a:endParaRPr lang="en-US" sz="6600" dirty="0"/>
          </a:p>
        </p:txBody>
      </p:sp>
      <p:sp>
        <p:nvSpPr>
          <p:cNvPr id="4" name="Subtitle"/>
          <p:cNvSpPr txBox="1"/>
          <p:nvPr/>
        </p:nvSpPr>
        <p:spPr>
          <a:xfrm>
            <a:off x="3129280" y="3302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tạo không gian sống thông minh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5" name="Tagline"/>
          <p:cNvSpPr txBox="1"/>
          <p:nvPr/>
        </p:nvSpPr>
        <p:spPr>
          <a:xfrm>
            <a:off x="4693920" y="4145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– 20 phút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</a:t>
            </a:r>
            <a:r>
              <a:rPr lang="en-US" sz="36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</a:t>
            </a: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đất</a:t>
            </a: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thiếu minh bạch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Card head 1"/>
          <p:cNvSpPr txBox="1"/>
          <p:nvPr/>
        </p:nvSpPr>
        <p:spPr>
          <a:xfrm>
            <a:off x="914400" y="2440586"/>
            <a:ext cx="3402258" cy="19761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r>
              <a:rPr lang="vi-VN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thật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của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Card head 2"/>
          <p:cNvSpPr txBox="1"/>
          <p:nvPr/>
        </p:nvSpPr>
        <p:spPr>
          <a:xfrm>
            <a:off x="4526280" y="2440586"/>
            <a:ext cx="3108960" cy="19761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r>
              <a:rPr lang="vi-VN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phía</a:t>
            </a:r>
            <a:endParaRPr lang="en-US" sz="2800" dirty="0"/>
          </a:p>
        </p:txBody>
      </p:sp>
      <p:sp>
        <p:nvSpPr>
          <p:cNvPr id="13" name="Card head 3"/>
          <p:cNvSpPr txBox="1"/>
          <p:nvPr/>
        </p:nvSpPr>
        <p:spPr>
          <a:xfrm>
            <a:off x="7875344" y="2440586"/>
            <a:ext cx="3280336" cy="197613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</a:t>
            </a: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chứng</a:t>
            </a:r>
            <a:r>
              <a:rPr lang="vi-VN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liệu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rõ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ràng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Đấu giá trực tuyến, nhà sẵn thông minh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Card head 1"/>
          <p:cNvSpPr txBox="1"/>
          <p:nvPr/>
        </p:nvSpPr>
        <p:spPr>
          <a:xfrm>
            <a:off x="1043797" y="2458528"/>
            <a:ext cx="3108960" cy="211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</a:t>
            </a: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</a:t>
            </a:r>
            <a:r>
              <a:rPr lang="vi-VN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đấu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đều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lại</a:t>
            </a:r>
            <a:endParaRPr lang="en-US" sz="2800" dirty="0"/>
          </a:p>
        </p:txBody>
      </p:sp>
      <p:sp>
        <p:nvSpPr>
          <p:cNvPr id="10" name="Card head 2"/>
          <p:cNvSpPr txBox="1"/>
          <p:nvPr/>
        </p:nvSpPr>
        <p:spPr>
          <a:xfrm>
            <a:off x="4526280" y="2458527"/>
            <a:ext cx="3108960" cy="226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</a:t>
            </a: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</a:t>
            </a:r>
            <a:endParaRPr lang="vi-VN" sz="2800" b="1" dirty="0">
              <a:solidFill>
                <a:srgbClr val="1430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camera,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hòa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rèm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khiển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xa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bằng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điện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thoại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3" name="Card head 3"/>
          <p:cNvSpPr txBox="1"/>
          <p:nvPr/>
        </p:nvSpPr>
        <p:spPr>
          <a:xfrm>
            <a:off x="8008763" y="25146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</a:t>
            </a: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</a:t>
            </a:r>
            <a:r>
              <a:rPr lang="vi-VN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thắng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điện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tử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tảng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thu phí trên mỗi giao dịch thành công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Card head 1"/>
          <p:cNvSpPr txBox="1"/>
          <p:nvPr/>
        </p:nvSpPr>
        <p:spPr>
          <a:xfrm>
            <a:off x="914400" y="3066505"/>
            <a:ext cx="310896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</a:t>
            </a: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Thu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lệ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nhỏ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2800" dirty="0">
                <a:solidFill>
                  <a:srgbClr val="5A6270"/>
                </a:solidFill>
                <a:ea typeface="Arial" pitchFamily="34" charset="-122"/>
                <a:cs typeface="Arial" pitchFamily="34" charset="-120"/>
              </a:rPr>
              <a:t>trị giao dịch thành công, minh bạch và rõ ràng</a:t>
            </a:r>
            <a:endParaRPr lang="en-US" sz="2800" dirty="0"/>
          </a:p>
        </p:txBody>
      </p:sp>
      <p:sp>
        <p:nvSpPr>
          <p:cNvPr id="10" name="Card head 2"/>
          <p:cNvSpPr txBox="1"/>
          <p:nvPr/>
        </p:nvSpPr>
        <p:spPr>
          <a:xfrm>
            <a:off x="4526280" y="3033849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môi</a:t>
            </a: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giới: </a:t>
            </a:r>
            <a:r>
              <a:rPr lang="vi-VN" sz="2800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mức phí nhỏ hàng tháng để duy trì và nâng cấp các tính năng cho người dùng</a:t>
            </a:r>
            <a:endParaRPr lang="en-US" sz="2800" dirty="0"/>
          </a:p>
        </p:txBody>
      </p:sp>
      <p:sp>
        <p:nvSpPr>
          <p:cNvPr id="13" name="Card head 3"/>
          <p:cNvSpPr txBox="1"/>
          <p:nvPr/>
        </p:nvSpPr>
        <p:spPr>
          <a:xfrm>
            <a:off x="8138160" y="3066505"/>
            <a:ext cx="3108960" cy="2155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nhà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</a:t>
            </a: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</a:t>
            </a:r>
            <a:r>
              <a:rPr lang="vi-VN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lắp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kèm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</a:t>
            </a:r>
            <a:r>
              <a:rPr lang="en-US" sz="2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dự kiến đạt 9 tỷ đồng vào năm thứ 3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0" y="201168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hart note"/>
          <p:cNvSpPr txBox="1"/>
          <p:nvPr/>
        </p:nvSpPr>
        <p:spPr>
          <a:xfrm>
            <a:off x="841248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giả định minh họa, đơn vị: tỷ đồng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914400" y="17503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mở rộng theo ba giai đoạn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Card head 1"/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Q4/2026</a:t>
            </a:r>
            <a:endParaRPr lang="en-US" sz="2800" dirty="0"/>
          </a:p>
        </p:txBody>
      </p:sp>
      <p:sp>
        <p:nvSpPr>
          <p:cNvPr id="8" name="Card body 1"/>
          <p:cNvSpPr txBox="1"/>
          <p:nvPr/>
        </p:nvSpPr>
        <p:spPr>
          <a:xfrm>
            <a:off x="914400" y="4161383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bản thử nghiệm với khoảng 20 tài sản.</a:t>
            </a:r>
            <a:endParaRPr lang="en-US" sz="2000" dirty="0"/>
          </a:p>
        </p:txBody>
      </p:sp>
      <p:sp>
        <p:nvSpPr>
          <p:cNvPr id="10" name="Card head 2"/>
          <p:cNvSpPr txBox="1"/>
          <p:nvPr/>
        </p:nvSpPr>
        <p:spPr>
          <a:xfrm>
            <a:off x="452628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800" dirty="0"/>
          </a:p>
        </p:txBody>
      </p:sp>
      <p:sp>
        <p:nvSpPr>
          <p:cNvPr id="11" name="Card body 2"/>
          <p:cNvSpPr txBox="1"/>
          <p:nvPr/>
        </p:nvSpPr>
        <p:spPr>
          <a:xfrm>
            <a:off x="4526280" y="4182086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TP.HCM và Bình Dương, khoảng 200 tài sản.</a:t>
            </a:r>
            <a:endParaRPr lang="en-US" sz="2000" dirty="0"/>
          </a:p>
        </p:txBody>
      </p:sp>
      <p:sp>
        <p:nvSpPr>
          <p:cNvPr id="13" name="Card head 3"/>
          <p:cNvSpPr txBox="1"/>
          <p:nvPr/>
        </p:nvSpPr>
        <p:spPr>
          <a:xfrm>
            <a:off x="813816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800" dirty="0"/>
          </a:p>
        </p:txBody>
      </p:sp>
      <p:sp>
        <p:nvSpPr>
          <p:cNvPr id="14" name="Card body 3"/>
          <p:cNvSpPr txBox="1"/>
          <p:nvPr/>
        </p:nvSpPr>
        <p:spPr>
          <a:xfrm>
            <a:off x="8138160" y="417691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các đô thị lớn toàn quốc.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ngũ đủ bốn năng lực then chốt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Avatar 1"/>
          <p:cNvSpPr/>
          <p:nvPr/>
        </p:nvSpPr>
        <p:spPr>
          <a:xfrm>
            <a:off x="1371600" y="2468880"/>
            <a:ext cx="1280160" cy="128016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Role 1"/>
          <p:cNvSpPr txBox="1"/>
          <p:nvPr/>
        </p:nvSpPr>
        <p:spPr>
          <a:xfrm>
            <a:off x="91440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</a:t>
            </a:r>
            <a:endParaRPr lang="en-US" sz="2400" dirty="0"/>
          </a:p>
        </p:txBody>
      </p:sp>
      <p:sp>
        <p:nvSpPr>
          <p:cNvPr id="8" name="Role desc 1"/>
          <p:cNvSpPr txBox="1"/>
          <p:nvPr/>
        </p:nvSpPr>
        <p:spPr>
          <a:xfrm>
            <a:off x="91440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trải nghiệm và điều hành</a:t>
            </a:r>
            <a:endParaRPr lang="en-US" sz="1800" dirty="0"/>
          </a:p>
        </p:txBody>
      </p:sp>
      <p:sp>
        <p:nvSpPr>
          <p:cNvPr id="9" name="Avatar 2"/>
          <p:cNvSpPr/>
          <p:nvPr/>
        </p:nvSpPr>
        <p:spPr>
          <a:xfrm>
            <a:off x="4023360" y="2468880"/>
            <a:ext cx="1280160" cy="128016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Role 2"/>
          <p:cNvSpPr txBox="1"/>
          <p:nvPr/>
        </p:nvSpPr>
        <p:spPr>
          <a:xfrm>
            <a:off x="356616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</a:t>
            </a:r>
            <a:endParaRPr lang="en-US" sz="2400" dirty="0"/>
          </a:p>
        </p:txBody>
      </p:sp>
      <p:sp>
        <p:nvSpPr>
          <p:cNvPr id="11" name="Role desc 2"/>
          <p:cNvSpPr txBox="1"/>
          <p:nvPr/>
        </p:nvSpPr>
        <p:spPr>
          <a:xfrm>
            <a:off x="356616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đấu giá và IoT</a:t>
            </a:r>
            <a:endParaRPr lang="en-US" sz="1800" dirty="0"/>
          </a:p>
        </p:txBody>
      </p:sp>
      <p:sp>
        <p:nvSpPr>
          <p:cNvPr id="12" name="Avatar 3"/>
          <p:cNvSpPr/>
          <p:nvPr/>
        </p:nvSpPr>
        <p:spPr>
          <a:xfrm>
            <a:off x="6675120" y="2468880"/>
            <a:ext cx="1280160" cy="128016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Role 3"/>
          <p:cNvSpPr txBox="1"/>
          <p:nvPr/>
        </p:nvSpPr>
        <p:spPr>
          <a:xfrm>
            <a:off x="621792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doanh</a:t>
            </a:r>
            <a:endParaRPr lang="en-US" sz="2400" dirty="0"/>
          </a:p>
        </p:txBody>
      </p:sp>
      <p:sp>
        <p:nvSpPr>
          <p:cNvPr id="14" name="Role desc 3"/>
          <p:cNvSpPr txBox="1"/>
          <p:nvPr/>
        </p:nvSpPr>
        <p:spPr>
          <a:xfrm>
            <a:off x="621792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 lưới môi giới, đối tác</a:t>
            </a:r>
            <a:endParaRPr lang="en-US" sz="1800" dirty="0"/>
          </a:p>
        </p:txBody>
      </p:sp>
      <p:sp>
        <p:nvSpPr>
          <p:cNvPr id="15" name="Avatar 4"/>
          <p:cNvSpPr/>
          <p:nvPr/>
        </p:nvSpPr>
        <p:spPr>
          <a:xfrm>
            <a:off x="9326880" y="2468880"/>
            <a:ext cx="1280160" cy="128016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Role 4"/>
          <p:cNvSpPr txBox="1"/>
          <p:nvPr/>
        </p:nvSpPr>
        <p:spPr>
          <a:xfrm>
            <a:off x="886968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2400" dirty="0"/>
          </a:p>
        </p:txBody>
      </p:sp>
      <p:sp>
        <p:nvSpPr>
          <p:cNvPr id="17" name="Role desc 4"/>
          <p:cNvSpPr txBox="1"/>
          <p:nvPr/>
        </p:nvSpPr>
        <p:spPr>
          <a:xfrm>
            <a:off x="886968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hiệu và thu hút người dùng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gọi vốn 2 tỷ đồng để ra mắt thị trường</a:t>
            </a:r>
            <a:endParaRPr lang="en-US" sz="4000" dirty="0"/>
          </a:p>
        </p:txBody>
      </p:sp>
      <p:sp>
        <p:nvSpPr>
          <p:cNvPr id="4" name="Fund pct 1"/>
          <p:cNvSpPr txBox="1"/>
          <p:nvPr/>
        </p:nvSpPr>
        <p:spPr>
          <a:xfrm>
            <a:off x="91440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9F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6000" dirty="0"/>
          </a:p>
        </p:txBody>
      </p:sp>
      <p:sp>
        <p:nvSpPr>
          <p:cNvPr id="5" name="Fund label 1"/>
          <p:cNvSpPr txBox="1"/>
          <p:nvPr/>
        </p:nvSpPr>
        <p:spPr>
          <a:xfrm>
            <a:off x="91440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</a:t>
            </a:r>
            <a:endParaRPr lang="en-US" sz="2600" dirty="0"/>
          </a:p>
        </p:txBody>
      </p:sp>
      <p:sp>
        <p:nvSpPr>
          <p:cNvPr id="6" name="Fund pct 2"/>
          <p:cNvSpPr txBox="1"/>
          <p:nvPr/>
        </p:nvSpPr>
        <p:spPr>
          <a:xfrm>
            <a:off x="448056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6A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6000" dirty="0"/>
          </a:p>
        </p:txBody>
      </p:sp>
      <p:sp>
        <p:nvSpPr>
          <p:cNvPr id="7" name="Fund label 2"/>
          <p:cNvSpPr txBox="1"/>
          <p:nvPr/>
        </p:nvSpPr>
        <p:spPr>
          <a:xfrm>
            <a:off x="448056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2600" dirty="0"/>
          </a:p>
        </p:txBody>
      </p:sp>
      <p:sp>
        <p:nvSpPr>
          <p:cNvPr id="8" name="Fund pct 3"/>
          <p:cNvSpPr txBox="1"/>
          <p:nvPr/>
        </p:nvSpPr>
        <p:spPr>
          <a:xfrm>
            <a:off x="804672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9F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6000" dirty="0"/>
          </a:p>
        </p:txBody>
      </p:sp>
      <p:sp>
        <p:nvSpPr>
          <p:cNvPr id="9" name="Fund label 3"/>
          <p:cNvSpPr txBox="1"/>
          <p:nvPr/>
        </p:nvSpPr>
        <p:spPr>
          <a:xfrm>
            <a:off x="804672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</a:t>
            </a:r>
            <a:endParaRPr lang="en-US" sz="2600" dirty="0"/>
          </a:p>
        </p:txBody>
      </p:sp>
      <p:sp>
        <p:nvSpPr>
          <p:cNvPr id="10" name="Assumption note"/>
          <p:cNvSpPr txBox="1"/>
          <p:nvPr/>
        </p:nvSpPr>
        <p:spPr>
          <a:xfrm>
            <a:off x="9144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tiền và tỷ lệ là giả định, sẽ chốt cùng nhà đầu tư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583</Words>
  <Application>Microsoft Office PowerPoint</Application>
  <PresentationFormat>Widescreen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Smart-Home Pitch Deck</dc:title>
  <dc:subject>PptxGenJS Presentation</dc:subject>
  <dc:creator>PptxGenJS</dc:creator>
  <cp:lastModifiedBy>Ngoc Huyen</cp:lastModifiedBy>
  <cp:revision>2</cp:revision>
  <dcterms:created xsi:type="dcterms:W3CDTF">2026-10-21T08:39:25Z</dcterms:created>
  <dcterms:modified xsi:type="dcterms:W3CDTF">2026-10-26T16:28:06Z</dcterms:modified>
</cp:coreProperties>
</file>